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9" r:id="rId6"/>
    <p:sldId id="258" r:id="rId7"/>
    <p:sldId id="261" r:id="rId8"/>
    <p:sldId id="262" r:id="rId9"/>
    <p:sldId id="264" r:id="rId10"/>
    <p:sldId id="263" r:id="rId11"/>
    <p:sldId id="267" r:id="rId12"/>
    <p:sldId id="265" r:id="rId13"/>
    <p:sldId id="266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528887-769A-408D-B2E4-55E7124D70F4}" v="192" dt="2025-10-27T19:53:22.0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Estilo com Tema 1 - Ênfase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EB344D84-9AFB-497E-A393-DC336BA19D2E}" styleName="Estilo Médio 3 - Ênfase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A107856-5554-42FB-B03E-39F5DBC370BA}" styleName="Estilo Médio 4 - Ênfase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85BE263C-DBD7-4A20-BB59-AAB30ACAA65A}" styleName="Estilo Médio 3 - Ênfas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DBED569-4797-4DF1-A0F4-6AAB3CD982D8}" styleName="Estilo Claro 3 - Ênfase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RILO DE QUINTAL BREVIGLIERI" userId="S::murilo.qbreviglieri@senacsp.edu.br::2a4ef78d-f3a2-46be-aacb-0f3a910c2df7" providerId="AD" clId="Web-{CD33AF06-6BFC-4368-F8AC-5B34A22BF323}"/>
    <pc:docChg chg="modSld">
      <pc:chgData name="MURILO DE QUINTAL BREVIGLIERI" userId="S::murilo.qbreviglieri@senacsp.edu.br::2a4ef78d-f3a2-46be-aacb-0f3a910c2df7" providerId="AD" clId="Web-{CD33AF06-6BFC-4368-F8AC-5B34A22BF323}" dt="2025-10-15T22:33:05.738" v="2"/>
      <pc:docMkLst>
        <pc:docMk/>
      </pc:docMkLst>
      <pc:sldChg chg="modSp">
        <pc:chgData name="MURILO DE QUINTAL BREVIGLIERI" userId="S::murilo.qbreviglieri@senacsp.edu.br::2a4ef78d-f3a2-46be-aacb-0f3a910c2df7" providerId="AD" clId="Web-{CD33AF06-6BFC-4368-F8AC-5B34A22BF323}" dt="2025-10-15T22:33:05.738" v="2"/>
        <pc:sldMkLst>
          <pc:docMk/>
          <pc:sldMk cId="1012636504" sldId="267"/>
        </pc:sldMkLst>
        <pc:graphicFrameChg chg="modGraphic">
          <ac:chgData name="MURILO DE QUINTAL BREVIGLIERI" userId="S::murilo.qbreviglieri@senacsp.edu.br::2a4ef78d-f3a2-46be-aacb-0f3a910c2df7" providerId="AD" clId="Web-{CD33AF06-6BFC-4368-F8AC-5B34A22BF323}" dt="2025-10-15T22:33:05.738" v="2"/>
          <ac:graphicFrameMkLst>
            <pc:docMk/>
            <pc:sldMk cId="1012636504" sldId="267"/>
            <ac:graphicFrameMk id="4" creationId="{E58953AF-0E1B-B501-8131-606C633C2125}"/>
          </ac:graphicFrameMkLst>
        </pc:graphicFrameChg>
      </pc:sldChg>
    </pc:docChg>
  </pc:docChgLst>
  <pc:docChgLst>
    <pc:chgData name="KAREN RAMOS VALENTIM" userId="S::karen.rvalentim@senacsp.edu.br::6886c7dc-f92d-4097-8d01-c7db7b00158c" providerId="AD" clId="Web-{D8C843CA-BB5D-2749-0D8A-EA3194208CFC}"/>
    <pc:docChg chg="modSld">
      <pc:chgData name="KAREN RAMOS VALENTIM" userId="S::karen.rvalentim@senacsp.edu.br::6886c7dc-f92d-4097-8d01-c7db7b00158c" providerId="AD" clId="Web-{D8C843CA-BB5D-2749-0D8A-EA3194208CFC}" dt="2025-10-16T22:40:37.116" v="0"/>
      <pc:docMkLst>
        <pc:docMk/>
      </pc:docMkLst>
      <pc:sldChg chg="modSp">
        <pc:chgData name="KAREN RAMOS VALENTIM" userId="S::karen.rvalentim@senacsp.edu.br::6886c7dc-f92d-4097-8d01-c7db7b00158c" providerId="AD" clId="Web-{D8C843CA-BB5D-2749-0D8A-EA3194208CFC}" dt="2025-10-16T22:40:37.116" v="0"/>
        <pc:sldMkLst>
          <pc:docMk/>
          <pc:sldMk cId="1012636504" sldId="267"/>
        </pc:sldMkLst>
        <pc:graphicFrameChg chg="modGraphic">
          <ac:chgData name="KAREN RAMOS VALENTIM" userId="S::karen.rvalentim@senacsp.edu.br::6886c7dc-f92d-4097-8d01-c7db7b00158c" providerId="AD" clId="Web-{D8C843CA-BB5D-2749-0D8A-EA3194208CFC}" dt="2025-10-16T22:40:37.116" v="0"/>
          <ac:graphicFrameMkLst>
            <pc:docMk/>
            <pc:sldMk cId="1012636504" sldId="267"/>
            <ac:graphicFrameMk id="4" creationId="{E58953AF-0E1B-B501-8131-606C633C2125}"/>
          </ac:graphicFrameMkLst>
        </pc:graphicFrameChg>
      </pc:sldChg>
    </pc:docChg>
  </pc:docChgLst>
  <pc:docChgLst>
    <pc:chgData name="LUCAS BRIAN SILVA FAGUNDES" userId="S::lucas.bsfagundes@senacsp.edu.br::168c81a7-01a5-4189-9331-c24dbb5649f3" providerId="AD" clId="Web-{EE17AA1D-7C93-3BC6-5D77-28603E1D844E}"/>
    <pc:docChg chg="modSld">
      <pc:chgData name="LUCAS BRIAN SILVA FAGUNDES" userId="S::lucas.bsfagundes@senacsp.edu.br::168c81a7-01a5-4189-9331-c24dbb5649f3" providerId="AD" clId="Web-{EE17AA1D-7C93-3BC6-5D77-28603E1D844E}" dt="2025-10-17T01:19:27.370" v="1"/>
      <pc:docMkLst>
        <pc:docMk/>
      </pc:docMkLst>
      <pc:sldChg chg="modSp">
        <pc:chgData name="LUCAS BRIAN SILVA FAGUNDES" userId="S::lucas.bsfagundes@senacsp.edu.br::168c81a7-01a5-4189-9331-c24dbb5649f3" providerId="AD" clId="Web-{EE17AA1D-7C93-3BC6-5D77-28603E1D844E}" dt="2025-10-17T01:19:27.370" v="1"/>
        <pc:sldMkLst>
          <pc:docMk/>
          <pc:sldMk cId="1012636504" sldId="267"/>
        </pc:sldMkLst>
        <pc:graphicFrameChg chg="modGraphic">
          <ac:chgData name="LUCAS BRIAN SILVA FAGUNDES" userId="S::lucas.bsfagundes@senacsp.edu.br::168c81a7-01a5-4189-9331-c24dbb5649f3" providerId="AD" clId="Web-{EE17AA1D-7C93-3BC6-5D77-28603E1D844E}" dt="2025-10-17T01:19:27.370" v="1"/>
          <ac:graphicFrameMkLst>
            <pc:docMk/>
            <pc:sldMk cId="1012636504" sldId="267"/>
            <ac:graphicFrameMk id="4" creationId="{E58953AF-0E1B-B501-8131-606C633C2125}"/>
          </ac:graphicFrameMkLst>
        </pc:graphicFrameChg>
      </pc:sldChg>
    </pc:docChg>
  </pc:docChgLst>
  <pc:docChgLst>
    <pc:chgData name="PAULO HENRIQUE DOS SANTOS" userId="S::paulo.hsantos26@senacsp.edu.br::cea3808b-8c68-4c1e-9efc-b1f2aa0245d1" providerId="AD" clId="Web-{14CF895F-2580-45A8-95AF-855296131BC2}"/>
    <pc:docChg chg="addSld modSld">
      <pc:chgData name="PAULO HENRIQUE DOS SANTOS" userId="S::paulo.hsantos26@senacsp.edu.br::cea3808b-8c68-4c1e-9efc-b1f2aa0245d1" providerId="AD" clId="Web-{14CF895F-2580-45A8-95AF-855296131BC2}" dt="2025-10-16T01:15:57.111" v="85" actId="20577"/>
      <pc:docMkLst>
        <pc:docMk/>
      </pc:docMkLst>
      <pc:sldChg chg="addSp delSp modSp new">
        <pc:chgData name="PAULO HENRIQUE DOS SANTOS" userId="S::paulo.hsantos26@senacsp.edu.br::cea3808b-8c68-4c1e-9efc-b1f2aa0245d1" providerId="AD" clId="Web-{14CF895F-2580-45A8-95AF-855296131BC2}" dt="2025-10-16T00:16:25.651" v="24" actId="20577"/>
        <pc:sldMkLst>
          <pc:docMk/>
          <pc:sldMk cId="3251903350" sldId="268"/>
        </pc:sldMkLst>
        <pc:spChg chg="mod">
          <ac:chgData name="PAULO HENRIQUE DOS SANTOS" userId="S::paulo.hsantos26@senacsp.edu.br::cea3808b-8c68-4c1e-9efc-b1f2aa0245d1" providerId="AD" clId="Web-{14CF895F-2580-45A8-95AF-855296131BC2}" dt="2025-10-16T00:16:25.651" v="24" actId="20577"/>
          <ac:spMkLst>
            <pc:docMk/>
            <pc:sldMk cId="3251903350" sldId="268"/>
            <ac:spMk id="2" creationId="{01EC500F-365E-7E42-7F15-897FB77F4D36}"/>
          </ac:spMkLst>
        </pc:spChg>
        <pc:picChg chg="add mod ord">
          <ac:chgData name="PAULO HENRIQUE DOS SANTOS" userId="S::paulo.hsantos26@senacsp.edu.br::cea3808b-8c68-4c1e-9efc-b1f2aa0245d1" providerId="AD" clId="Web-{14CF895F-2580-45A8-95AF-855296131BC2}" dt="2025-10-16T00:16:16.432" v="2" actId="1076"/>
          <ac:picMkLst>
            <pc:docMk/>
            <pc:sldMk cId="3251903350" sldId="268"/>
            <ac:picMk id="4" creationId="{3A7A3340-B22E-B121-D184-B287C6398E0D}"/>
          </ac:picMkLst>
        </pc:picChg>
      </pc:sldChg>
      <pc:sldChg chg="addSp delSp modSp new">
        <pc:chgData name="PAULO HENRIQUE DOS SANTOS" userId="S::paulo.hsantos26@senacsp.edu.br::cea3808b-8c68-4c1e-9efc-b1f2aa0245d1" providerId="AD" clId="Web-{14CF895F-2580-45A8-95AF-855296131BC2}" dt="2025-10-16T00:22:43.006" v="48" actId="20577"/>
        <pc:sldMkLst>
          <pc:docMk/>
          <pc:sldMk cId="3284818376" sldId="269"/>
        </pc:sldMkLst>
        <pc:spChg chg="mod">
          <ac:chgData name="PAULO HENRIQUE DOS SANTOS" userId="S::paulo.hsantos26@senacsp.edu.br::cea3808b-8c68-4c1e-9efc-b1f2aa0245d1" providerId="AD" clId="Web-{14CF895F-2580-45A8-95AF-855296131BC2}" dt="2025-10-16T00:22:43.006" v="48" actId="20577"/>
          <ac:spMkLst>
            <pc:docMk/>
            <pc:sldMk cId="3284818376" sldId="269"/>
            <ac:spMk id="2" creationId="{13BB37D3-1929-80BC-684B-5DD80E13F299}"/>
          </ac:spMkLst>
        </pc:spChg>
        <pc:picChg chg="add mod ord">
          <ac:chgData name="PAULO HENRIQUE DOS SANTOS" userId="S::paulo.hsantos26@senacsp.edu.br::cea3808b-8c68-4c1e-9efc-b1f2aa0245d1" providerId="AD" clId="Web-{14CF895F-2580-45A8-95AF-855296131BC2}" dt="2025-10-16T00:22:31.583" v="26"/>
          <ac:picMkLst>
            <pc:docMk/>
            <pc:sldMk cId="3284818376" sldId="269"/>
            <ac:picMk id="4" creationId="{5319E70A-0B3E-03C7-279A-3B27EE947CAC}"/>
          </ac:picMkLst>
        </pc:picChg>
      </pc:sldChg>
      <pc:sldChg chg="addSp delSp modSp new">
        <pc:chgData name="PAULO HENRIQUE DOS SANTOS" userId="S::paulo.hsantos26@senacsp.edu.br::cea3808b-8c68-4c1e-9efc-b1f2aa0245d1" providerId="AD" clId="Web-{14CF895F-2580-45A8-95AF-855296131BC2}" dt="2025-10-16T00:43:01.643" v="69" actId="20577"/>
        <pc:sldMkLst>
          <pc:docMk/>
          <pc:sldMk cId="2684631648" sldId="270"/>
        </pc:sldMkLst>
        <pc:spChg chg="mod">
          <ac:chgData name="PAULO HENRIQUE DOS SANTOS" userId="S::paulo.hsantos26@senacsp.edu.br::cea3808b-8c68-4c1e-9efc-b1f2aa0245d1" providerId="AD" clId="Web-{14CF895F-2580-45A8-95AF-855296131BC2}" dt="2025-10-16T00:43:01.643" v="69" actId="20577"/>
          <ac:spMkLst>
            <pc:docMk/>
            <pc:sldMk cId="2684631648" sldId="270"/>
            <ac:spMk id="2" creationId="{F286CB04-D1A0-17A5-B7F0-95A59545E2FA}"/>
          </ac:spMkLst>
        </pc:spChg>
        <pc:picChg chg="add mod ord">
          <ac:chgData name="PAULO HENRIQUE DOS SANTOS" userId="S::paulo.hsantos26@senacsp.edu.br::cea3808b-8c68-4c1e-9efc-b1f2aa0245d1" providerId="AD" clId="Web-{14CF895F-2580-45A8-95AF-855296131BC2}" dt="2025-10-16T00:42:50.235" v="50"/>
          <ac:picMkLst>
            <pc:docMk/>
            <pc:sldMk cId="2684631648" sldId="270"/>
            <ac:picMk id="4" creationId="{CDB1D618-240C-1CA6-CA96-95C2EF305C98}"/>
          </ac:picMkLst>
        </pc:picChg>
      </pc:sldChg>
      <pc:sldChg chg="addSp delSp modSp new">
        <pc:chgData name="PAULO HENRIQUE DOS SANTOS" userId="S::paulo.hsantos26@senacsp.edu.br::cea3808b-8c68-4c1e-9efc-b1f2aa0245d1" providerId="AD" clId="Web-{14CF895F-2580-45A8-95AF-855296131BC2}" dt="2025-10-16T01:15:46.782" v="76" actId="20577"/>
        <pc:sldMkLst>
          <pc:docMk/>
          <pc:sldMk cId="3876664575" sldId="271"/>
        </pc:sldMkLst>
        <pc:spChg chg="mod">
          <ac:chgData name="PAULO HENRIQUE DOS SANTOS" userId="S::paulo.hsantos26@senacsp.edu.br::cea3808b-8c68-4c1e-9efc-b1f2aa0245d1" providerId="AD" clId="Web-{14CF895F-2580-45A8-95AF-855296131BC2}" dt="2025-10-16T01:15:46.782" v="76" actId="20577"/>
          <ac:spMkLst>
            <pc:docMk/>
            <pc:sldMk cId="3876664575" sldId="271"/>
            <ac:spMk id="2" creationId="{01EB5649-440A-78B2-7EC1-B92D6F903345}"/>
          </ac:spMkLst>
        </pc:spChg>
        <pc:picChg chg="add mod ord">
          <ac:chgData name="PAULO HENRIQUE DOS SANTOS" userId="S::paulo.hsantos26@senacsp.edu.br::cea3808b-8c68-4c1e-9efc-b1f2aa0245d1" providerId="AD" clId="Web-{14CF895F-2580-45A8-95AF-855296131BC2}" dt="2025-10-16T01:15:03.810" v="71"/>
          <ac:picMkLst>
            <pc:docMk/>
            <pc:sldMk cId="3876664575" sldId="271"/>
            <ac:picMk id="4" creationId="{A5225130-335F-DB34-28CC-793D28CB8C7C}"/>
          </ac:picMkLst>
        </pc:picChg>
      </pc:sldChg>
      <pc:sldChg chg="addSp delSp modSp new">
        <pc:chgData name="PAULO HENRIQUE DOS SANTOS" userId="S::paulo.hsantos26@senacsp.edu.br::cea3808b-8c68-4c1e-9efc-b1f2aa0245d1" providerId="AD" clId="Web-{14CF895F-2580-45A8-95AF-855296131BC2}" dt="2025-10-16T01:15:57.111" v="85" actId="20577"/>
        <pc:sldMkLst>
          <pc:docMk/>
          <pc:sldMk cId="3947815281" sldId="272"/>
        </pc:sldMkLst>
        <pc:spChg chg="mod">
          <ac:chgData name="PAULO HENRIQUE DOS SANTOS" userId="S::paulo.hsantos26@senacsp.edu.br::cea3808b-8c68-4c1e-9efc-b1f2aa0245d1" providerId="AD" clId="Web-{14CF895F-2580-45A8-95AF-855296131BC2}" dt="2025-10-16T01:15:57.111" v="85" actId="20577"/>
          <ac:spMkLst>
            <pc:docMk/>
            <pc:sldMk cId="3947815281" sldId="272"/>
            <ac:spMk id="2" creationId="{C7A17F06-5B3E-44E4-188F-5C6660DBA1C2}"/>
          </ac:spMkLst>
        </pc:spChg>
        <pc:picChg chg="add mod ord">
          <ac:chgData name="PAULO HENRIQUE DOS SANTOS" userId="S::paulo.hsantos26@senacsp.edu.br::cea3808b-8c68-4c1e-9efc-b1f2aa0245d1" providerId="AD" clId="Web-{14CF895F-2580-45A8-95AF-855296131BC2}" dt="2025-10-16T01:15:50.611" v="78"/>
          <ac:picMkLst>
            <pc:docMk/>
            <pc:sldMk cId="3947815281" sldId="272"/>
            <ac:picMk id="4" creationId="{146036EA-67B0-643D-AF91-3B4CB143D376}"/>
          </ac:picMkLst>
        </pc:picChg>
      </pc:sldChg>
    </pc:docChg>
  </pc:docChgLst>
  <pc:docChgLst>
    <pc:chgData name="EDUARDO RODRIGUES DE ALMEIDA BERETTA" userId="S::eduardo.raberetta@senacsp.edu.br::7747f58c-fe89-48ae-bf9f-911a72bb1f16" providerId="AD" clId="Web-{06EA73DB-5408-56E9-88FC-0AC95179C2F8}"/>
    <pc:docChg chg="modSld">
      <pc:chgData name="EDUARDO RODRIGUES DE ALMEIDA BERETTA" userId="S::eduardo.raberetta@senacsp.edu.br::7747f58c-fe89-48ae-bf9f-911a72bb1f16" providerId="AD" clId="Web-{06EA73DB-5408-56E9-88FC-0AC95179C2F8}" dt="2025-10-14T00:56:59.474" v="1"/>
      <pc:docMkLst>
        <pc:docMk/>
      </pc:docMkLst>
      <pc:sldChg chg="modSp">
        <pc:chgData name="EDUARDO RODRIGUES DE ALMEIDA BERETTA" userId="S::eduardo.raberetta@senacsp.edu.br::7747f58c-fe89-48ae-bf9f-911a72bb1f16" providerId="AD" clId="Web-{06EA73DB-5408-56E9-88FC-0AC95179C2F8}" dt="2025-10-14T00:56:59.474" v="1"/>
        <pc:sldMkLst>
          <pc:docMk/>
          <pc:sldMk cId="1012636504" sldId="267"/>
        </pc:sldMkLst>
        <pc:graphicFrameChg chg="modGraphic">
          <ac:chgData name="EDUARDO RODRIGUES DE ALMEIDA BERETTA" userId="S::eduardo.raberetta@senacsp.edu.br::7747f58c-fe89-48ae-bf9f-911a72bb1f16" providerId="AD" clId="Web-{06EA73DB-5408-56E9-88FC-0AC95179C2F8}" dt="2025-10-14T00:56:59.474" v="1"/>
          <ac:graphicFrameMkLst>
            <pc:docMk/>
            <pc:sldMk cId="1012636504" sldId="267"/>
            <ac:graphicFrameMk id="4" creationId="{E58953AF-0E1B-B501-8131-606C633C2125}"/>
          </ac:graphicFrameMkLst>
        </pc:graphicFrameChg>
      </pc:sldChg>
    </pc:docChg>
  </pc:docChgLst>
  <pc:docChgLst>
    <pc:chgData name="PAULO HENRIQUE DOS SANTOS" userId="S::paulo.hsantos26@senacsp.edu.br::cea3808b-8c68-4c1e-9efc-b1f2aa0245d1" providerId="AD" clId="Web-{FF528887-769A-408D-B2E4-55E7124D70F4}"/>
    <pc:docChg chg="addSld delSld modSld">
      <pc:chgData name="PAULO HENRIQUE DOS SANTOS" userId="S::paulo.hsantos26@senacsp.edu.br::cea3808b-8c68-4c1e-9efc-b1f2aa0245d1" providerId="AD" clId="Web-{FF528887-769A-408D-B2E4-55E7124D70F4}" dt="2025-10-27T19:53:22.095" v="118" actId="1076"/>
      <pc:docMkLst>
        <pc:docMk/>
      </pc:docMkLst>
      <pc:sldChg chg="del">
        <pc:chgData name="PAULO HENRIQUE DOS SANTOS" userId="S::paulo.hsantos26@senacsp.edu.br::cea3808b-8c68-4c1e-9efc-b1f2aa0245d1" providerId="AD" clId="Web-{FF528887-769A-408D-B2E4-55E7124D70F4}" dt="2025-10-27T19:41:30.353" v="70"/>
        <pc:sldMkLst>
          <pc:docMk/>
          <pc:sldMk cId="1558550487" sldId="260"/>
        </pc:sldMkLst>
      </pc:sldChg>
      <pc:sldChg chg="addSp delSp modSp new">
        <pc:chgData name="PAULO HENRIQUE DOS SANTOS" userId="S::paulo.hsantos26@senacsp.edu.br::cea3808b-8c68-4c1e-9efc-b1f2aa0245d1" providerId="AD" clId="Web-{FF528887-769A-408D-B2E4-55E7124D70F4}" dt="2025-10-27T19:41:01.430" v="67" actId="20577"/>
        <pc:sldMkLst>
          <pc:docMk/>
          <pc:sldMk cId="771519735" sldId="273"/>
        </pc:sldMkLst>
        <pc:spChg chg="mod">
          <ac:chgData name="PAULO HENRIQUE DOS SANTOS" userId="S::paulo.hsantos26@senacsp.edu.br::cea3808b-8c68-4c1e-9efc-b1f2aa0245d1" providerId="AD" clId="Web-{FF528887-769A-408D-B2E4-55E7124D70F4}" dt="2025-10-27T19:39:46.757" v="5" actId="20577"/>
          <ac:spMkLst>
            <pc:docMk/>
            <pc:sldMk cId="771519735" sldId="273"/>
            <ac:spMk id="2" creationId="{BEBED62A-3B76-648F-DE31-5C185C9182B7}"/>
          </ac:spMkLst>
        </pc:spChg>
        <pc:spChg chg="del">
          <ac:chgData name="PAULO HENRIQUE DOS SANTOS" userId="S::paulo.hsantos26@senacsp.edu.br::cea3808b-8c68-4c1e-9efc-b1f2aa0245d1" providerId="AD" clId="Web-{FF528887-769A-408D-B2E4-55E7124D70F4}" dt="2025-10-27T19:39:48.085" v="6"/>
          <ac:spMkLst>
            <pc:docMk/>
            <pc:sldMk cId="771519735" sldId="273"/>
            <ac:spMk id="3" creationId="{7DA59736-8FF2-4A18-A84D-DF884CEC9DA0}"/>
          </ac:spMkLst>
        </pc:spChg>
        <pc:spChg chg="add mod">
          <ac:chgData name="PAULO HENRIQUE DOS SANTOS" userId="S::paulo.hsantos26@senacsp.edu.br::cea3808b-8c68-4c1e-9efc-b1f2aa0245d1" providerId="AD" clId="Web-{FF528887-769A-408D-B2E4-55E7124D70F4}" dt="2025-10-27T19:41:01.430" v="67" actId="20577"/>
          <ac:spMkLst>
            <pc:docMk/>
            <pc:sldMk cId="771519735" sldId="273"/>
            <ac:spMk id="5" creationId="{9DF0054D-F948-D673-92BD-540D5F5A82E1}"/>
          </ac:spMkLst>
        </pc:spChg>
        <pc:picChg chg="add mod ord">
          <ac:chgData name="PAULO HENRIQUE DOS SANTOS" userId="S::paulo.hsantos26@senacsp.edu.br::cea3808b-8c68-4c1e-9efc-b1f2aa0245d1" providerId="AD" clId="Web-{FF528887-769A-408D-B2E4-55E7124D70F4}" dt="2025-10-27T19:39:50.648" v="7" actId="1076"/>
          <ac:picMkLst>
            <pc:docMk/>
            <pc:sldMk cId="771519735" sldId="273"/>
            <ac:picMk id="4" creationId="{A8950E8A-8D9C-B6EF-30ED-93A8A9D07A77}"/>
          </ac:picMkLst>
        </pc:picChg>
      </pc:sldChg>
      <pc:sldChg chg="addSp delSp modSp new">
        <pc:chgData name="PAULO HENRIQUE DOS SANTOS" userId="S::paulo.hsantos26@senacsp.edu.br::cea3808b-8c68-4c1e-9efc-b1f2aa0245d1" providerId="AD" clId="Web-{FF528887-769A-408D-B2E4-55E7124D70F4}" dt="2025-10-27T19:53:22.095" v="118" actId="1076"/>
        <pc:sldMkLst>
          <pc:docMk/>
          <pc:sldMk cId="3723172292" sldId="274"/>
        </pc:sldMkLst>
        <pc:spChg chg="mod">
          <ac:chgData name="PAULO HENRIQUE DOS SANTOS" userId="S::paulo.hsantos26@senacsp.edu.br::cea3808b-8c68-4c1e-9efc-b1f2aa0245d1" providerId="AD" clId="Web-{FF528887-769A-408D-B2E4-55E7124D70F4}" dt="2025-10-27T19:53:15.423" v="117" actId="20577"/>
          <ac:spMkLst>
            <pc:docMk/>
            <pc:sldMk cId="3723172292" sldId="274"/>
            <ac:spMk id="2" creationId="{409910F0-D9AB-431F-79F8-9136B1EC382A}"/>
          </ac:spMkLst>
        </pc:spChg>
        <pc:spChg chg="del">
          <ac:chgData name="PAULO HENRIQUE DOS SANTOS" userId="S::paulo.hsantos26@senacsp.edu.br::cea3808b-8c68-4c1e-9efc-b1f2aa0245d1" providerId="AD" clId="Web-{FF528887-769A-408D-B2E4-55E7124D70F4}" dt="2025-10-27T19:51:26.047" v="110"/>
          <ac:spMkLst>
            <pc:docMk/>
            <pc:sldMk cId="3723172292" sldId="274"/>
            <ac:spMk id="3" creationId="{428AA6B4-59DB-6AD0-9889-99DAF586081E}"/>
          </ac:spMkLst>
        </pc:spChg>
        <pc:spChg chg="add del mod">
          <ac:chgData name="PAULO HENRIQUE DOS SANTOS" userId="S::paulo.hsantos26@senacsp.edu.br::cea3808b-8c68-4c1e-9efc-b1f2aa0245d1" providerId="AD" clId="Web-{FF528887-769A-408D-B2E4-55E7124D70F4}" dt="2025-10-27T19:53:07.376" v="112"/>
          <ac:spMkLst>
            <pc:docMk/>
            <pc:sldMk cId="3723172292" sldId="274"/>
            <ac:spMk id="6" creationId="{3E4D25A3-CFAF-CB54-D661-BEC5C58ED4D7}"/>
          </ac:spMkLst>
        </pc:spChg>
        <pc:picChg chg="add del mod ord">
          <ac:chgData name="PAULO HENRIQUE DOS SANTOS" userId="S::paulo.hsantos26@senacsp.edu.br::cea3808b-8c68-4c1e-9efc-b1f2aa0245d1" providerId="AD" clId="Web-{FF528887-769A-408D-B2E4-55E7124D70F4}" dt="2025-10-27T19:53:05.501" v="111"/>
          <ac:picMkLst>
            <pc:docMk/>
            <pc:sldMk cId="3723172292" sldId="274"/>
            <ac:picMk id="4" creationId="{CB5FF60F-3D3E-D4D0-E967-99064CD8D627}"/>
          </ac:picMkLst>
        </pc:picChg>
        <pc:picChg chg="add mod ord">
          <ac:chgData name="PAULO HENRIQUE DOS SANTOS" userId="S::paulo.hsantos26@senacsp.edu.br::cea3808b-8c68-4c1e-9efc-b1f2aa0245d1" providerId="AD" clId="Web-{FF528887-769A-408D-B2E4-55E7124D70F4}" dt="2025-10-27T19:53:22.095" v="118" actId="1076"/>
          <ac:picMkLst>
            <pc:docMk/>
            <pc:sldMk cId="3723172292" sldId="274"/>
            <ac:picMk id="7" creationId="{F1F43853-6AF0-9146-F0C8-D5EC3FDA292A}"/>
          </ac:picMkLst>
        </pc:picChg>
      </pc:sldChg>
      <pc:sldChg chg="addSp delSp modSp new">
        <pc:chgData name="PAULO HENRIQUE DOS SANTOS" userId="S::paulo.hsantos26@senacsp.edu.br::cea3808b-8c68-4c1e-9efc-b1f2aa0245d1" providerId="AD" clId="Web-{FF528887-769A-408D-B2E4-55E7124D70F4}" dt="2025-10-27T19:46:33.825" v="109" actId="1076"/>
        <pc:sldMkLst>
          <pc:docMk/>
          <pc:sldMk cId="3405136858" sldId="275"/>
        </pc:sldMkLst>
        <pc:spChg chg="mod">
          <ac:chgData name="PAULO HENRIQUE DOS SANTOS" userId="S::paulo.hsantos26@senacsp.edu.br::cea3808b-8c68-4c1e-9efc-b1f2aa0245d1" providerId="AD" clId="Web-{FF528887-769A-408D-B2E4-55E7124D70F4}" dt="2025-10-27T19:44:32.433" v="95" actId="20577"/>
          <ac:spMkLst>
            <pc:docMk/>
            <pc:sldMk cId="3405136858" sldId="275"/>
            <ac:spMk id="2" creationId="{BB085AEE-CEF0-EB53-5221-20829971E1EA}"/>
          </ac:spMkLst>
        </pc:spChg>
        <pc:spChg chg="del">
          <ac:chgData name="PAULO HENRIQUE DOS SANTOS" userId="S::paulo.hsantos26@senacsp.edu.br::cea3808b-8c68-4c1e-9efc-b1f2aa0245d1" providerId="AD" clId="Web-{FF528887-769A-408D-B2E4-55E7124D70F4}" dt="2025-10-27T19:43:44.198" v="71"/>
          <ac:spMkLst>
            <pc:docMk/>
            <pc:sldMk cId="3405136858" sldId="275"/>
            <ac:spMk id="3" creationId="{894CF38C-E722-E30B-CC9F-999D9A82EF77}"/>
          </ac:spMkLst>
        </pc:spChg>
        <pc:graphicFrameChg chg="add mod ord modGraphic">
          <ac:chgData name="PAULO HENRIQUE DOS SANTOS" userId="S::paulo.hsantos26@senacsp.edu.br::cea3808b-8c68-4c1e-9efc-b1f2aa0245d1" providerId="AD" clId="Web-{FF528887-769A-408D-B2E4-55E7124D70F4}" dt="2025-10-27T19:46:33.825" v="109" actId="1076"/>
          <ac:graphicFrameMkLst>
            <pc:docMk/>
            <pc:sldMk cId="3405136858" sldId="275"/>
            <ac:graphicFrameMk id="5" creationId="{9E735F9C-09B3-A08B-2425-A5EB81D00351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C3F17A-2EDA-72F8-36E7-A0D4CAA4FF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6E8FB1F-3C0A-6F15-0038-247A21D66C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00F3D35-4E8A-0DE7-FE27-8A2A748C5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59D8D-F258-48BB-9E22-E5578C0AB5B9}" type="datetimeFigureOut">
              <a:rPr lang="pt-BR" smtClean="0"/>
              <a:t>27/10/2025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3085425-E88A-1637-B178-52D391041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4A40791-4B2E-29C2-FBED-E0FCA32D3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BCB6-EE25-473D-A9FE-9DA9F095C8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92837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C9B521-DF8D-0783-8BC8-DD69B813B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60CBE7C-1951-5A53-7271-6C9D1C866F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6FD503D-2B3E-8752-E212-48C1C08B1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59D8D-F258-48BB-9E22-E5578C0AB5B9}" type="datetimeFigureOut">
              <a:rPr lang="pt-BR" smtClean="0"/>
              <a:t>27/10/2025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414A887-C294-5E4D-255D-13959274E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865798-8053-BCA7-6C9A-17549C495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BCB6-EE25-473D-A9FE-9DA9F095C8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9136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FE165E-AB0E-23E6-AFDE-7139B4E55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A80B4A1-92F3-1A70-714C-19D40B983C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D71CAF-005E-31A8-1BAC-A72D50525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59D8D-F258-48BB-9E22-E5578C0AB5B9}" type="datetimeFigureOut">
              <a:rPr lang="pt-BR" smtClean="0"/>
              <a:t>27/10/2025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39C4A45-64FE-2026-9697-DC9AFEC10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06088A-5179-5BAD-A5DF-4AF53A705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BCB6-EE25-473D-A9FE-9DA9F095C8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9730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0FECD1-E65B-975C-1433-7FC99316C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C309AE1-34E4-0C15-1A78-11A3DAC310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317A4A1-1088-9956-B19C-EF38A58841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F43FA4A-B11A-FA2B-903A-4840B98CD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59D8D-F258-48BB-9E22-E5578C0AB5B9}" type="datetimeFigureOut">
              <a:rPr lang="pt-BR" smtClean="0"/>
              <a:t>27/10/2025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342C5B1-65B4-195F-E8B9-BAF479C14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BBDC3CB-8BE3-06D3-291D-E58AF718D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BCB6-EE25-473D-A9FE-9DA9F095C8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5509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EFE196-580B-73B9-A118-44CD31D44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16147AD-4DEE-C028-EF0D-CFAC216F10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20A8599-F1A6-895B-1D40-CD80D7E613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D4F7464-8B2F-A26F-D9F9-583F5BBCBA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B582A30-D4CE-A72D-12EB-0FB3152DFA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5384303-6903-AC94-0BDF-68AAB64DD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59D8D-F258-48BB-9E22-E5578C0AB5B9}" type="datetimeFigureOut">
              <a:rPr lang="pt-BR" smtClean="0"/>
              <a:t>27/10/2025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4892C21-2D94-B1CB-7737-C881B40CD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6BEED8E-C22F-F5DD-A8E8-E3CF55047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BCB6-EE25-473D-A9FE-9DA9F095C8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698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AC6893-DB00-5851-9E50-C3C122611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D1FC128-A715-367F-274F-4C1FC1E86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59D8D-F258-48BB-9E22-E5578C0AB5B9}" type="datetimeFigureOut">
              <a:rPr lang="pt-BR" smtClean="0"/>
              <a:t>27/10/2025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DE7EE24-53E2-4B8D-EFE7-C54157B7B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761E322-0DE0-DC5B-8EBA-5E5E771C7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BCB6-EE25-473D-A9FE-9DA9F095C8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3874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D9CEF6A-4575-88ED-314E-BC478DB6E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59D8D-F258-48BB-9E22-E5578C0AB5B9}" type="datetimeFigureOut">
              <a:rPr lang="pt-BR" smtClean="0"/>
              <a:t>27/10/2025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F61B204-87E1-FD8E-B432-203E76D1B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49140A2-FBE5-6515-E272-B381FF2E4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BCB6-EE25-473D-A9FE-9DA9F095C8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0553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784234-A5C0-8597-9EA9-C5C15529B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C1081BF-EC79-19B0-7621-B4AFB466D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D3F6A37-46A6-4A10-F412-D15AD431F2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0845D65-4076-D976-B527-09287C819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59D8D-F258-48BB-9E22-E5578C0AB5B9}" type="datetimeFigureOut">
              <a:rPr lang="pt-BR" smtClean="0"/>
              <a:t>27/10/2025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46E7DE2-6AE2-68A2-FAE0-99DA5140A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BB7BD5D-9E62-721F-BBDD-63F1E7A4D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BCB6-EE25-473D-A9FE-9DA9F095C8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0676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56C7BE-255D-2B13-6A4E-5DAD22400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88BC950-BF1A-4FC1-6C22-4B5198F7D6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09FDE68-58DC-5036-F473-A8FE1ACF4D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C72C359-AA50-FF4E-9758-A9C8917A5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59D8D-F258-48BB-9E22-E5578C0AB5B9}" type="datetimeFigureOut">
              <a:rPr lang="pt-BR" smtClean="0"/>
              <a:t>27/10/2025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48E0E3B-79B5-DC6A-A439-6B7DE16BA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6B7D62C-7E48-C8E5-B020-527377CE9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BCB6-EE25-473D-A9FE-9DA9F095C8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6941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6F53C1-5EB4-6EBA-9FF8-3787D709A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652645E-1913-38D5-0473-DE2ACC80EF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22C52D4-54FD-5AFF-34E2-CC819C583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59D8D-F258-48BB-9E22-E5578C0AB5B9}" type="datetimeFigureOut">
              <a:rPr lang="pt-BR" smtClean="0"/>
              <a:t>27/10/2025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155AAD2-650A-30C6-5D11-3B90E039D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779DD9E-9D58-772B-24B5-CF2FB43B2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BCB6-EE25-473D-A9FE-9DA9F095C8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9283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F709423-8398-CD8D-1A1A-83BFAD428A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A1FF335-ABBA-A956-04D7-5D59008ED8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3B08406-64F0-21E9-C478-A88A2CBA2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59D8D-F258-48BB-9E22-E5578C0AB5B9}" type="datetimeFigureOut">
              <a:rPr lang="pt-BR" smtClean="0"/>
              <a:t>27/10/2025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A4C7F6-680C-BFE3-DC3A-077EF531F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2128B0-6D3A-E80A-DFE3-F1601C416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BCB6-EE25-473D-A9FE-9DA9F095C8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2594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3A00BDC1-B524-8275-71F6-7B4654BD9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1D64013-5E43-E9DC-247E-97DD43EFC0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EA61E81-E760-B8E8-F421-0C2E6B5A08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D59D8D-F258-48BB-9E22-E5578C0AB5B9}" type="datetimeFigureOut">
              <a:rPr lang="pt-BR" smtClean="0"/>
              <a:t>27/10/2025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DB7EABC-9EEF-028E-0A07-7CB45E2F07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257938-B651-238F-56B9-0424CA8654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D1BCB6-EE25-473D-A9FE-9DA9F095C8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2897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1E1A5FD-940E-2249-2727-DCD2905B00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408" y="992094"/>
            <a:ext cx="3616913" cy="2795160"/>
          </a:xfrm>
        </p:spPr>
        <p:txBody>
          <a:bodyPr>
            <a:normAutofit/>
          </a:bodyPr>
          <a:lstStyle/>
          <a:p>
            <a:r>
              <a:rPr lang="pt-BR" sz="4400"/>
              <a:t>Mongo DB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AAF2C4C-C358-748A-279E-B6EDEA5A48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6287" y="4121253"/>
            <a:ext cx="3125337" cy="1136843"/>
          </a:xfrm>
        </p:spPr>
        <p:txBody>
          <a:bodyPr>
            <a:normAutofit/>
          </a:bodyPr>
          <a:lstStyle/>
          <a:p>
            <a:endParaRPr lang="pt-BR" sz="1800"/>
          </a:p>
        </p:txBody>
      </p:sp>
      <p:pic>
        <p:nvPicPr>
          <p:cNvPr id="9" name="Imagem 8" descr="Ícone&#10;&#10;O conteúdo gerado por IA pode estar incorreto.">
            <a:extLst>
              <a:ext uri="{FF2B5EF4-FFF2-40B4-BE49-F238E27FC236}">
                <a16:creationId xmlns:a16="http://schemas.microsoft.com/office/drawing/2014/main" id="{0B9E5287-23B5-FED0-3276-311E0D76BF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4801" y="578738"/>
            <a:ext cx="5670549" cy="5670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517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7D5E12-C2C7-CCC6-ED0F-C7290D582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Conceitos de Chave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DB9A93FC-0E19-6C01-91E4-4A474E8AFD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4659971"/>
              </p:ext>
            </p:extLst>
          </p:nvPr>
        </p:nvGraphicFramePr>
        <p:xfrm>
          <a:off x="838200" y="2044042"/>
          <a:ext cx="10515600" cy="3108960"/>
        </p:xfrm>
        <a:graphic>
          <a:graphicData uri="http://schemas.openxmlformats.org/drawingml/2006/table">
            <a:tbl>
              <a:tblPr firstRow="1" lastRow="1" bandRow="1">
                <a:tableStyleId>{EB344D84-9AFB-497E-A393-DC336BA19D2E}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07152168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30658546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7508446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Termo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MySQL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 err="1"/>
                        <a:t>MongoDB</a:t>
                      </a:r>
                      <a:endParaRPr lang="pt-BR" sz="28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90339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Banco de dados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 err="1"/>
                        <a:t>Database</a:t>
                      </a:r>
                      <a:endParaRPr lang="pt-BR" sz="2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Database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59673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Tabela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 err="1"/>
                        <a:t>Collection</a:t>
                      </a:r>
                      <a:endParaRPr lang="pt-BR" sz="28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73250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Linha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Row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Document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75474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Coluna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Column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Field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92073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Chave primária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Primary Key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_id automático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75986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68882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2518F90A-01DF-4B8D-687C-B99C31C03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43" y="3035336"/>
            <a:ext cx="6858957" cy="3762900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13AB00EE-D960-CD5D-43CB-F90B623229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2972" y="59764"/>
            <a:ext cx="8450972" cy="2975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0394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2E474D-E99F-B758-5DB7-D9400A3BD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INSERT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88554208-F31C-10C4-108F-53D5FDB3C3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45088" y="1690688"/>
            <a:ext cx="5426699" cy="4390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970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D8E5C0-FBE7-D5A1-489C-9C8235A2E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Múltiplos INSERT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C6E7928-DD4E-925B-A92F-A0D2D45BBA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619CC09-3162-53C4-CA6D-9F28D5381F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267" y="2262432"/>
            <a:ext cx="9431066" cy="3000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4926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50F2F1-AC91-37E1-9AF9-66562FA2E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SELECT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408E402-5AF6-071D-1685-DF381E94FB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A078D21-558B-6798-407A-D67EA95284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3278" y="2822709"/>
            <a:ext cx="5985444" cy="2489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6091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918ACF-8413-3F90-C8C5-6D85DE143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SELECT (WHERE)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0590DDF-F113-3C61-B570-823D99ECA7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DDEBDB9-7396-0775-15C6-32EF124869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40868"/>
            <a:ext cx="6144482" cy="164805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1E928DFB-3308-ED50-D199-EA5B74F2F1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0441" y="4304166"/>
            <a:ext cx="7516274" cy="1562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5322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E58953AF-0E1B-B501-8131-606C633C21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1229065"/>
              </p:ext>
            </p:extLst>
          </p:nvPr>
        </p:nvGraphicFramePr>
        <p:xfrm>
          <a:off x="457200" y="225427"/>
          <a:ext cx="11644991" cy="6751082"/>
        </p:xfrm>
        <a:graphic>
          <a:graphicData uri="http://schemas.openxmlformats.org/drawingml/2006/table">
            <a:tbl>
              <a:tblPr firstRow="1" bandRow="1">
                <a:tableStyleId>{85BE263C-DBD7-4A20-BB59-AAB30ACAA65A}</a:tableStyleId>
              </a:tblPr>
              <a:tblGrid>
                <a:gridCol w="1090189">
                  <a:extLst>
                    <a:ext uri="{9D8B030D-6E8A-4147-A177-3AD203B41FA5}">
                      <a16:colId xmlns:a16="http://schemas.microsoft.com/office/drawing/2014/main" val="1481127537"/>
                    </a:ext>
                  </a:extLst>
                </a:gridCol>
                <a:gridCol w="2542696">
                  <a:extLst>
                    <a:ext uri="{9D8B030D-6E8A-4147-A177-3AD203B41FA5}">
                      <a16:colId xmlns:a16="http://schemas.microsoft.com/office/drawing/2014/main" val="1915891448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3599899174"/>
                    </a:ext>
                  </a:extLst>
                </a:gridCol>
                <a:gridCol w="5116506">
                  <a:extLst>
                    <a:ext uri="{9D8B030D-6E8A-4147-A177-3AD203B41FA5}">
                      <a16:colId xmlns:a16="http://schemas.microsoft.com/office/drawing/2014/main" val="967916088"/>
                    </a:ext>
                  </a:extLst>
                </a:gridCol>
              </a:tblGrid>
              <a:tr h="3510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err="1"/>
                        <a:t>Op</a:t>
                      </a:r>
                      <a:endParaRPr lang="pt-BR" sz="2000"/>
                    </a:p>
                  </a:txBody>
                  <a:tcPr marL="21866" marR="21866" marT="10933" marB="109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/>
                        <a:t>Sigla </a:t>
                      </a:r>
                    </a:p>
                  </a:txBody>
                  <a:tcPr marL="21866" marR="21866" marT="10933" marB="109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/>
                        <a:t>Significado</a:t>
                      </a:r>
                    </a:p>
                  </a:txBody>
                  <a:tcPr marL="21866" marR="21866" marT="10933" marB="109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/>
                        <a:t>Exemplo</a:t>
                      </a:r>
                    </a:p>
                  </a:txBody>
                  <a:tcPr marL="21866" marR="21866" marT="10933" marB="10933" anchor="ctr"/>
                </a:tc>
                <a:extLst>
                  <a:ext uri="{0D108BD9-81ED-4DB2-BD59-A6C34878D82A}">
                    <a16:rowId xmlns:a16="http://schemas.microsoft.com/office/drawing/2014/main" val="1949465300"/>
                  </a:ext>
                </a:extLst>
              </a:tr>
              <a:tr h="3510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/>
                        <a:t>$gt</a:t>
                      </a:r>
                    </a:p>
                  </a:txBody>
                  <a:tcPr marL="21866" marR="21866" marT="10933" marB="109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err="1"/>
                        <a:t>greater</a:t>
                      </a:r>
                      <a:r>
                        <a:rPr lang="pt-BR" sz="2000" b="0"/>
                        <a:t> </a:t>
                      </a:r>
                      <a:r>
                        <a:rPr lang="pt-BR" sz="2000" b="0" err="1"/>
                        <a:t>than</a:t>
                      </a:r>
                      <a:endParaRPr lang="pt-BR" sz="2000" b="0"/>
                    </a:p>
                  </a:txBody>
                  <a:tcPr marL="21866" marR="21866" marT="10933" marB="109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/>
                        <a:t>Maior que</a:t>
                      </a:r>
                    </a:p>
                  </a:txBody>
                  <a:tcPr marL="21866" marR="21866" marT="10933" marB="109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err="1"/>
                        <a:t>db.alunos.find</a:t>
                      </a:r>
                      <a:r>
                        <a:rPr lang="pt-BR" sz="2000"/>
                        <a:t>({ idade: { $</a:t>
                      </a:r>
                      <a:r>
                        <a:rPr lang="pt-BR" sz="2000" err="1"/>
                        <a:t>gt</a:t>
                      </a:r>
                      <a:r>
                        <a:rPr lang="pt-BR" sz="2000"/>
                        <a:t>: 20 } })</a:t>
                      </a:r>
                    </a:p>
                  </a:txBody>
                  <a:tcPr marL="21866" marR="21866" marT="10933" marB="10933" anchor="ctr"/>
                </a:tc>
                <a:extLst>
                  <a:ext uri="{0D108BD9-81ED-4DB2-BD59-A6C34878D82A}">
                    <a16:rowId xmlns:a16="http://schemas.microsoft.com/office/drawing/2014/main" val="1633791149"/>
                  </a:ext>
                </a:extLst>
              </a:tr>
              <a:tr h="3510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/>
                        <a:t>$lt</a:t>
                      </a:r>
                    </a:p>
                  </a:txBody>
                  <a:tcPr marL="21866" marR="21866" marT="10933" marB="109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/>
                        <a:t>less than</a:t>
                      </a:r>
                    </a:p>
                  </a:txBody>
                  <a:tcPr marL="21866" marR="21866" marT="10933" marB="109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/>
                        <a:t>Menor que</a:t>
                      </a:r>
                    </a:p>
                  </a:txBody>
                  <a:tcPr marL="21866" marR="21866" marT="10933" marB="109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err="1"/>
                        <a:t>db.alunos.find</a:t>
                      </a:r>
                      <a:r>
                        <a:rPr lang="pt-BR" sz="2000"/>
                        <a:t>({ idade: { $</a:t>
                      </a:r>
                      <a:r>
                        <a:rPr lang="pt-BR" sz="2000" err="1"/>
                        <a:t>lt</a:t>
                      </a:r>
                      <a:r>
                        <a:rPr lang="pt-BR" sz="2000"/>
                        <a:t>: 20 } })</a:t>
                      </a:r>
                    </a:p>
                  </a:txBody>
                  <a:tcPr marL="21866" marR="21866" marT="10933" marB="10933" anchor="ctr"/>
                </a:tc>
                <a:extLst>
                  <a:ext uri="{0D108BD9-81ED-4DB2-BD59-A6C34878D82A}">
                    <a16:rowId xmlns:a16="http://schemas.microsoft.com/office/drawing/2014/main" val="787308058"/>
                  </a:ext>
                </a:extLst>
              </a:tr>
              <a:tr h="3510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/>
                        <a:t>$</a:t>
                      </a:r>
                      <a:r>
                        <a:rPr lang="pt-BR" sz="2000" err="1"/>
                        <a:t>gte</a:t>
                      </a:r>
                      <a:endParaRPr lang="pt-BR" sz="2000"/>
                    </a:p>
                  </a:txBody>
                  <a:tcPr marL="21866" marR="21866" marT="10933" marB="109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err="1"/>
                        <a:t>greater</a:t>
                      </a:r>
                      <a:r>
                        <a:rPr lang="pt-BR" sz="2000" b="0"/>
                        <a:t> </a:t>
                      </a:r>
                      <a:r>
                        <a:rPr lang="pt-BR" sz="2000" b="0" err="1"/>
                        <a:t>than</a:t>
                      </a:r>
                      <a:r>
                        <a:rPr lang="pt-BR" sz="2000" b="0"/>
                        <a:t> </a:t>
                      </a:r>
                      <a:r>
                        <a:rPr lang="pt-BR" sz="2000" b="0" err="1"/>
                        <a:t>or</a:t>
                      </a:r>
                      <a:r>
                        <a:rPr lang="pt-BR" sz="2000" b="0"/>
                        <a:t> </a:t>
                      </a:r>
                      <a:r>
                        <a:rPr lang="pt-BR" sz="2000" b="0" err="1"/>
                        <a:t>equal</a:t>
                      </a:r>
                      <a:endParaRPr lang="pt-BR" sz="2000" b="0"/>
                    </a:p>
                  </a:txBody>
                  <a:tcPr marL="21866" marR="21866" marT="10933" marB="109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/>
                        <a:t>Maior ou igual a</a:t>
                      </a:r>
                    </a:p>
                  </a:txBody>
                  <a:tcPr marL="21866" marR="21866" marT="10933" marB="109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err="1"/>
                        <a:t>db.alunos.find</a:t>
                      </a:r>
                      <a:r>
                        <a:rPr lang="pt-BR" sz="2000"/>
                        <a:t>({ idade: { $</a:t>
                      </a:r>
                      <a:r>
                        <a:rPr lang="pt-BR" sz="2000" err="1"/>
                        <a:t>gte</a:t>
                      </a:r>
                      <a:r>
                        <a:rPr lang="pt-BR" sz="2000"/>
                        <a:t>: 18 } })</a:t>
                      </a:r>
                    </a:p>
                  </a:txBody>
                  <a:tcPr marL="21866" marR="21866" marT="10933" marB="10933" anchor="ctr"/>
                </a:tc>
                <a:extLst>
                  <a:ext uri="{0D108BD9-81ED-4DB2-BD59-A6C34878D82A}">
                    <a16:rowId xmlns:a16="http://schemas.microsoft.com/office/drawing/2014/main" val="4221502210"/>
                  </a:ext>
                </a:extLst>
              </a:tr>
              <a:tr h="3510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/>
                        <a:t>$lte</a:t>
                      </a:r>
                    </a:p>
                  </a:txBody>
                  <a:tcPr marL="21866" marR="21866" marT="10933" marB="109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err="1"/>
                        <a:t>less</a:t>
                      </a:r>
                      <a:r>
                        <a:rPr lang="pt-BR" sz="2000" b="0"/>
                        <a:t> </a:t>
                      </a:r>
                      <a:r>
                        <a:rPr lang="pt-BR" sz="2000" b="0" err="1"/>
                        <a:t>than</a:t>
                      </a:r>
                      <a:r>
                        <a:rPr lang="pt-BR" sz="2000" b="0"/>
                        <a:t> </a:t>
                      </a:r>
                      <a:r>
                        <a:rPr lang="pt-BR" sz="2000" b="0" err="1"/>
                        <a:t>or</a:t>
                      </a:r>
                      <a:r>
                        <a:rPr lang="pt-BR" sz="2000" b="0"/>
                        <a:t> </a:t>
                      </a:r>
                      <a:r>
                        <a:rPr lang="pt-BR" sz="2000" b="0" err="1"/>
                        <a:t>equal</a:t>
                      </a:r>
                      <a:endParaRPr lang="pt-BR" sz="2000" b="0"/>
                    </a:p>
                  </a:txBody>
                  <a:tcPr marL="21866" marR="21866" marT="10933" marB="109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/>
                        <a:t>Menor ou igual a</a:t>
                      </a:r>
                    </a:p>
                  </a:txBody>
                  <a:tcPr marL="21866" marR="21866" marT="10933" marB="109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err="1"/>
                        <a:t>db.alunos.find</a:t>
                      </a:r>
                      <a:r>
                        <a:rPr lang="pt-BR" sz="2000"/>
                        <a:t>({ idade: { $</a:t>
                      </a:r>
                      <a:r>
                        <a:rPr lang="pt-BR" sz="2000" err="1"/>
                        <a:t>lte</a:t>
                      </a:r>
                      <a:r>
                        <a:rPr lang="pt-BR" sz="2000"/>
                        <a:t>: 22 } })</a:t>
                      </a:r>
                    </a:p>
                  </a:txBody>
                  <a:tcPr marL="21866" marR="21866" marT="10933" marB="10933" anchor="ctr"/>
                </a:tc>
                <a:extLst>
                  <a:ext uri="{0D108BD9-81ED-4DB2-BD59-A6C34878D82A}">
                    <a16:rowId xmlns:a16="http://schemas.microsoft.com/office/drawing/2014/main" val="3873894038"/>
                  </a:ext>
                </a:extLst>
              </a:tr>
              <a:tr h="6630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/>
                        <a:t>$eq</a:t>
                      </a:r>
                    </a:p>
                  </a:txBody>
                  <a:tcPr marL="21866" marR="21866" marT="10933" marB="109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err="1"/>
                        <a:t>equal</a:t>
                      </a:r>
                      <a:endParaRPr lang="pt-BR" sz="2000" b="0"/>
                    </a:p>
                  </a:txBody>
                  <a:tcPr marL="21866" marR="21866" marT="10933" marB="109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/>
                        <a:t>Igual a</a:t>
                      </a:r>
                    </a:p>
                  </a:txBody>
                  <a:tcPr marL="21866" marR="21866" marT="10933" marB="109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err="1"/>
                        <a:t>db.alunos.find</a:t>
                      </a:r>
                      <a:r>
                        <a:rPr lang="pt-BR" sz="2000"/>
                        <a:t>({ curso: { $</a:t>
                      </a:r>
                      <a:r>
                        <a:rPr lang="pt-BR" sz="2000" err="1"/>
                        <a:t>eq</a:t>
                      </a:r>
                      <a:r>
                        <a:rPr lang="pt-BR" sz="2000"/>
                        <a:t>: "Informática" } })</a:t>
                      </a:r>
                    </a:p>
                  </a:txBody>
                  <a:tcPr marL="21866" marR="21866" marT="10933" marB="10933" anchor="ctr"/>
                </a:tc>
                <a:extLst>
                  <a:ext uri="{0D108BD9-81ED-4DB2-BD59-A6C34878D82A}">
                    <a16:rowId xmlns:a16="http://schemas.microsoft.com/office/drawing/2014/main" val="3801188505"/>
                  </a:ext>
                </a:extLst>
              </a:tr>
              <a:tr h="3705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/>
                        <a:t>$ne</a:t>
                      </a:r>
                    </a:p>
                  </a:txBody>
                  <a:tcPr marL="21866" marR="21866" marT="10933" marB="109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/>
                        <a:t>not equal</a:t>
                      </a:r>
                    </a:p>
                  </a:txBody>
                  <a:tcPr marL="21866" marR="21866" marT="10933" marB="109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/>
                        <a:t>Diferente de</a:t>
                      </a:r>
                    </a:p>
                  </a:txBody>
                  <a:tcPr marL="21866" marR="21866" marT="10933" marB="109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err="1"/>
                        <a:t>db.alunos.find</a:t>
                      </a:r>
                      <a:r>
                        <a:rPr lang="pt-BR" sz="2000"/>
                        <a:t>({ curso: { $ne: "Redes" } })</a:t>
                      </a:r>
                    </a:p>
                  </a:txBody>
                  <a:tcPr marL="21866" marR="21866" marT="10933" marB="10933" anchor="ctr"/>
                </a:tc>
                <a:extLst>
                  <a:ext uri="{0D108BD9-81ED-4DB2-BD59-A6C34878D82A}">
                    <a16:rowId xmlns:a16="http://schemas.microsoft.com/office/drawing/2014/main" val="843345365"/>
                  </a:ext>
                </a:extLst>
              </a:tr>
              <a:tr h="9945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/>
                        <a:t>$in</a:t>
                      </a:r>
                    </a:p>
                  </a:txBody>
                  <a:tcPr marL="21866" marR="21866" marT="10933" marB="109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/>
                        <a:t>in </a:t>
                      </a:r>
                      <a:r>
                        <a:rPr lang="pt-BR" sz="2000" b="0" err="1"/>
                        <a:t>array</a:t>
                      </a:r>
                      <a:endParaRPr lang="pt-BR" sz="2000" b="0"/>
                    </a:p>
                  </a:txBody>
                  <a:tcPr marL="21866" marR="21866" marT="10933" marB="109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/>
                        <a:t>Pertence a uma lista</a:t>
                      </a:r>
                    </a:p>
                  </a:txBody>
                  <a:tcPr marL="21866" marR="21866" marT="10933" marB="109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err="1"/>
                        <a:t>db.alunos.find</a:t>
                      </a:r>
                      <a:r>
                        <a:rPr lang="pt-BR" sz="2000"/>
                        <a:t>({ curso: { $in: ["</a:t>
                      </a:r>
                      <a:r>
                        <a:rPr lang="pt-BR" sz="2000" err="1"/>
                        <a:t>Informática","Redes</a:t>
                      </a:r>
                      <a:r>
                        <a:rPr lang="pt-BR" sz="2000"/>
                        <a:t>"] } })</a:t>
                      </a:r>
                    </a:p>
                  </a:txBody>
                  <a:tcPr marL="21866" marR="21866" marT="10933" marB="10933" anchor="ctr"/>
                </a:tc>
                <a:extLst>
                  <a:ext uri="{0D108BD9-81ED-4DB2-BD59-A6C34878D82A}">
                    <a16:rowId xmlns:a16="http://schemas.microsoft.com/office/drawing/2014/main" val="962104448"/>
                  </a:ext>
                </a:extLst>
              </a:tr>
              <a:tr h="6630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/>
                        <a:t>$</a:t>
                      </a:r>
                      <a:r>
                        <a:rPr lang="pt-BR" sz="2000" err="1"/>
                        <a:t>nin</a:t>
                      </a:r>
                      <a:endParaRPr lang="pt-BR" sz="2000"/>
                    </a:p>
                  </a:txBody>
                  <a:tcPr marL="21866" marR="21866" marT="10933" marB="109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err="1"/>
                        <a:t>not</a:t>
                      </a:r>
                      <a:r>
                        <a:rPr lang="pt-BR" sz="2000" b="0"/>
                        <a:t> in </a:t>
                      </a:r>
                      <a:r>
                        <a:rPr lang="pt-BR" sz="2000" b="0" err="1"/>
                        <a:t>array</a:t>
                      </a:r>
                      <a:endParaRPr lang="pt-BR" sz="2000" b="0"/>
                    </a:p>
                  </a:txBody>
                  <a:tcPr marL="21866" marR="21866" marT="10933" marB="109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/>
                        <a:t>Não pertence a uma lista</a:t>
                      </a:r>
                    </a:p>
                  </a:txBody>
                  <a:tcPr marL="21866" marR="21866" marT="10933" marB="109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err="1"/>
                        <a:t>db.alunos.find</a:t>
                      </a:r>
                      <a:r>
                        <a:rPr lang="pt-BR" sz="2000"/>
                        <a:t>({ curso: { $</a:t>
                      </a:r>
                      <a:r>
                        <a:rPr lang="pt-BR" sz="2000" err="1"/>
                        <a:t>nin</a:t>
                      </a:r>
                      <a:r>
                        <a:rPr lang="pt-BR" sz="2000"/>
                        <a:t>: ["</a:t>
                      </a:r>
                      <a:r>
                        <a:rPr lang="pt-BR" sz="2000" err="1"/>
                        <a:t>Informática","Redes</a:t>
                      </a:r>
                      <a:r>
                        <a:rPr lang="pt-BR" sz="2000"/>
                        <a:t>"] } })</a:t>
                      </a:r>
                    </a:p>
                  </a:txBody>
                  <a:tcPr marL="21866" marR="21866" marT="10933" marB="10933" anchor="ctr"/>
                </a:tc>
                <a:extLst>
                  <a:ext uri="{0D108BD9-81ED-4DB2-BD59-A6C34878D82A}">
                    <a16:rowId xmlns:a16="http://schemas.microsoft.com/office/drawing/2014/main" val="954196998"/>
                  </a:ext>
                </a:extLst>
              </a:tr>
              <a:tr h="8422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/>
                        <a:t>$or</a:t>
                      </a:r>
                    </a:p>
                  </a:txBody>
                  <a:tcPr marL="21866" marR="21866" marT="10933" marB="109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err="1"/>
                        <a:t>logical</a:t>
                      </a:r>
                      <a:r>
                        <a:rPr lang="pt-BR" sz="2000" b="0"/>
                        <a:t> OR</a:t>
                      </a:r>
                    </a:p>
                  </a:txBody>
                  <a:tcPr marL="21866" marR="21866" marT="10933" marB="109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/>
                        <a:t>OU lógico</a:t>
                      </a:r>
                    </a:p>
                  </a:txBody>
                  <a:tcPr marL="21866" marR="21866" marT="10933" marB="109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err="1"/>
                        <a:t>db.alunos.find</a:t>
                      </a:r>
                      <a:r>
                        <a:rPr lang="pt-BR" sz="2000"/>
                        <a:t>({ $</a:t>
                      </a:r>
                      <a:r>
                        <a:rPr lang="pt-BR" sz="2000" err="1"/>
                        <a:t>or</a:t>
                      </a:r>
                      <a:r>
                        <a:rPr lang="pt-BR" sz="2000"/>
                        <a:t>: [{ idade: 18 }, { curso: "Redes" }]</a:t>
                      </a:r>
                    </a:p>
                  </a:txBody>
                  <a:tcPr marL="21866" marR="21866" marT="10933" marB="10933" anchor="ctr"/>
                </a:tc>
                <a:extLst>
                  <a:ext uri="{0D108BD9-81ED-4DB2-BD59-A6C34878D82A}">
                    <a16:rowId xmlns:a16="http://schemas.microsoft.com/office/drawing/2014/main" val="108191807"/>
                  </a:ext>
                </a:extLst>
              </a:tr>
              <a:tr h="6630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/>
                        <a:t>$and</a:t>
                      </a:r>
                    </a:p>
                  </a:txBody>
                  <a:tcPr marL="21866" marR="21866" marT="10933" marB="109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err="1"/>
                        <a:t>logical</a:t>
                      </a:r>
                      <a:r>
                        <a:rPr lang="pt-BR" sz="2000" b="0"/>
                        <a:t> AND</a:t>
                      </a:r>
                    </a:p>
                  </a:txBody>
                  <a:tcPr marL="21866" marR="21866" marT="10933" marB="109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/>
                        <a:t>E lógico</a:t>
                      </a:r>
                    </a:p>
                  </a:txBody>
                  <a:tcPr marL="21866" marR="21866" marT="10933" marB="109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err="1"/>
                        <a:t>db.alunos.find</a:t>
                      </a:r>
                      <a:r>
                        <a:rPr lang="pt-BR" sz="2000"/>
                        <a:t>({ $</a:t>
                      </a:r>
                      <a:r>
                        <a:rPr lang="pt-BR" sz="2000" err="1"/>
                        <a:t>and</a:t>
                      </a:r>
                      <a:r>
                        <a:rPr lang="pt-BR" sz="2000"/>
                        <a:t>: [{ idade: { $</a:t>
                      </a:r>
                      <a:r>
                        <a:rPr lang="pt-BR" sz="2000" err="1"/>
                        <a:t>gt</a:t>
                      </a:r>
                      <a:r>
                        <a:rPr lang="pt-BR" sz="2000"/>
                        <a:t>: 18 } }, { curso: "Informática" }] })</a:t>
                      </a:r>
                    </a:p>
                  </a:txBody>
                  <a:tcPr marL="21866" marR="21866" marT="10933" marB="10933" anchor="ctr"/>
                </a:tc>
                <a:extLst>
                  <a:ext uri="{0D108BD9-81ED-4DB2-BD59-A6C34878D82A}">
                    <a16:rowId xmlns:a16="http://schemas.microsoft.com/office/drawing/2014/main" val="505802790"/>
                  </a:ext>
                </a:extLst>
              </a:tr>
              <a:tr h="3510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/>
                        <a:t>$not</a:t>
                      </a:r>
                    </a:p>
                  </a:txBody>
                  <a:tcPr marL="21866" marR="21866" marT="10933" marB="109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err="1"/>
                        <a:t>logical</a:t>
                      </a:r>
                      <a:r>
                        <a:rPr lang="pt-BR" sz="2000" b="0"/>
                        <a:t> NOT</a:t>
                      </a:r>
                    </a:p>
                  </a:txBody>
                  <a:tcPr marL="21866" marR="21866" marT="10933" marB="109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/>
                        <a:t>Negação</a:t>
                      </a:r>
                    </a:p>
                  </a:txBody>
                  <a:tcPr marL="21866" marR="21866" marT="10933" marB="109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err="1"/>
                        <a:t>db.alunos.find</a:t>
                      </a:r>
                      <a:r>
                        <a:rPr lang="pt-BR" sz="2000"/>
                        <a:t>({ idade: { $</a:t>
                      </a:r>
                      <a:r>
                        <a:rPr lang="pt-BR" sz="2000" err="1"/>
                        <a:t>not</a:t>
                      </a:r>
                      <a:r>
                        <a:rPr lang="pt-BR" sz="2000"/>
                        <a:t>: { $</a:t>
                      </a:r>
                      <a:r>
                        <a:rPr lang="pt-BR" sz="2000" err="1"/>
                        <a:t>gt</a:t>
                      </a:r>
                      <a:r>
                        <a:rPr lang="pt-BR" sz="2000"/>
                        <a:t>: 20 } } })</a:t>
                      </a:r>
                    </a:p>
                  </a:txBody>
                  <a:tcPr marL="21866" marR="21866" marT="10933" marB="10933" anchor="ctr"/>
                </a:tc>
                <a:extLst>
                  <a:ext uri="{0D108BD9-81ED-4DB2-BD59-A6C34878D82A}">
                    <a16:rowId xmlns:a16="http://schemas.microsoft.com/office/drawing/2014/main" val="3741016926"/>
                  </a:ext>
                </a:extLst>
              </a:tr>
              <a:tr h="4485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/>
                        <a:t>$exists</a:t>
                      </a:r>
                    </a:p>
                  </a:txBody>
                  <a:tcPr marL="21866" marR="21866" marT="10933" marB="109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err="1"/>
                        <a:t>field</a:t>
                      </a:r>
                      <a:r>
                        <a:rPr lang="pt-BR" sz="2000" b="0"/>
                        <a:t> </a:t>
                      </a:r>
                      <a:r>
                        <a:rPr lang="pt-BR" sz="2000" b="0" err="1"/>
                        <a:t>exists</a:t>
                      </a:r>
                      <a:endParaRPr lang="pt-BR" sz="2000" b="0"/>
                    </a:p>
                  </a:txBody>
                  <a:tcPr marL="21866" marR="21866" marT="10933" marB="109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/>
                        <a:t>Campo existe ou não</a:t>
                      </a:r>
                    </a:p>
                  </a:txBody>
                  <a:tcPr marL="21866" marR="21866" marT="10933" marB="109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err="1"/>
                        <a:t>db.alunos.find</a:t>
                      </a:r>
                      <a:r>
                        <a:rPr lang="pt-BR" sz="2000"/>
                        <a:t>({ matricula: { $</a:t>
                      </a:r>
                      <a:r>
                        <a:rPr lang="pt-BR" sz="2000" err="1"/>
                        <a:t>exists</a:t>
                      </a:r>
                      <a:r>
                        <a:rPr lang="pt-BR" sz="2000"/>
                        <a:t>: </a:t>
                      </a:r>
                      <a:r>
                        <a:rPr lang="pt-BR" sz="2000" err="1"/>
                        <a:t>true</a:t>
                      </a:r>
                      <a:r>
                        <a:rPr lang="pt-BR" sz="2000"/>
                        <a:t> } })</a:t>
                      </a:r>
                    </a:p>
                  </a:txBody>
                  <a:tcPr marL="21866" marR="21866" marT="10933" marB="10933" anchor="ctr"/>
                </a:tc>
                <a:extLst>
                  <a:ext uri="{0D108BD9-81ED-4DB2-BD59-A6C34878D82A}">
                    <a16:rowId xmlns:a16="http://schemas.microsoft.com/office/drawing/2014/main" val="6694626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26365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1E771F-451A-3E90-8479-66A149645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Ocultando campos de retorno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D98FEC-5074-E00A-A8E0-49B98C78BD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979374A-2615-185B-10A3-71E081C92D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6674" y="2664785"/>
            <a:ext cx="5058481" cy="2486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1189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1C12C5-53F3-1CD8-1F7B-F46E1EA69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Organizar o retorno</a:t>
            </a:r>
          </a:p>
        </p:txBody>
      </p:sp>
      <p:pic>
        <p:nvPicPr>
          <p:cNvPr id="9" name="Espaço Reservado para Conteúdo 8">
            <a:extLst>
              <a:ext uri="{FF2B5EF4-FFF2-40B4-BE49-F238E27FC236}">
                <a16:creationId xmlns:a16="http://schemas.microsoft.com/office/drawing/2014/main" id="{1A76D338-304E-09E9-B538-954C9AE682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14602" y="4217080"/>
            <a:ext cx="6872598" cy="227579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AB50DF5-040C-D82A-0515-D14941D526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977" y="1825625"/>
            <a:ext cx="6735014" cy="2256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2289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EC500F-365E-7E42-7F15-897FB77F4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Update somente 1 documents</a:t>
            </a:r>
          </a:p>
        </p:txBody>
      </p:sp>
      <p:pic>
        <p:nvPicPr>
          <p:cNvPr id="4" name="Espaço Reservado para Conteúdo 3" descr="Interface gráfica do usuário, Texto, Aplicativo, Word&#10;&#10;O conteúdo gerado por IA pode estar incorreto.">
            <a:extLst>
              <a:ext uri="{FF2B5EF4-FFF2-40B4-BE49-F238E27FC236}">
                <a16:creationId xmlns:a16="http://schemas.microsoft.com/office/drawing/2014/main" id="{3A7A3340-B22E-B121-D184-B287C6398E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95180" y="2311039"/>
            <a:ext cx="622935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9033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BB37D3-1929-80BC-684B-5DD80E13F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Update de </a:t>
            </a:r>
            <a:r>
              <a:rPr lang="pt-BR" err="1"/>
              <a:t>varios</a:t>
            </a:r>
            <a:r>
              <a:rPr lang="pt-BR"/>
              <a:t> </a:t>
            </a:r>
            <a:r>
              <a:rPr lang="pt-BR" err="1"/>
              <a:t>documents</a:t>
            </a:r>
            <a:r>
              <a:rPr lang="pt-BR"/>
              <a:t> ao mesmo tempo</a:t>
            </a:r>
          </a:p>
        </p:txBody>
      </p:sp>
      <p:pic>
        <p:nvPicPr>
          <p:cNvPr id="4" name="Espaço Reservado para Conteúdo 3" descr="Texto&#10;&#10;O conteúdo gerado por IA pode estar incorreto.">
            <a:extLst>
              <a:ext uri="{FF2B5EF4-FFF2-40B4-BE49-F238E27FC236}">
                <a16:creationId xmlns:a16="http://schemas.microsoft.com/office/drawing/2014/main" id="{5319E70A-0B3E-03C7-279A-3B27EE947C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10808" y="1825625"/>
            <a:ext cx="737038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8183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86CB04-D1A0-17A5-B7F0-95A59545E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Procurar pelo ID</a:t>
            </a:r>
          </a:p>
        </p:txBody>
      </p:sp>
      <p:pic>
        <p:nvPicPr>
          <p:cNvPr id="4" name="Espaço Reservado para Conteúdo 3" descr="Interface gráfica do usuário, Texto, Aplicativo&#10;&#10;O conteúdo gerado por IA pode estar incorreto.">
            <a:extLst>
              <a:ext uri="{FF2B5EF4-FFF2-40B4-BE49-F238E27FC236}">
                <a16:creationId xmlns:a16="http://schemas.microsoft.com/office/drawing/2014/main" id="{CDB1D618-240C-1CA6-CA96-95C2EF305C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31541"/>
            <a:ext cx="10515600" cy="3739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6316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EB5649-440A-78B2-7EC1-B92D6F903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APAGAR UM CAMPO</a:t>
            </a:r>
          </a:p>
        </p:txBody>
      </p:sp>
      <p:pic>
        <p:nvPicPr>
          <p:cNvPr id="4" name="Espaço Reservado para Conteúdo 3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A5225130-335F-DB34-28CC-793D28CB8C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83143"/>
            <a:ext cx="10515600" cy="3436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6645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A17F06-5B3E-44E4-188F-5C6660DBA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Atualizar o field de um documents</a:t>
            </a:r>
          </a:p>
        </p:txBody>
      </p:sp>
      <p:pic>
        <p:nvPicPr>
          <p:cNvPr id="4" name="Espaço Reservado para Conteúdo 3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146036EA-67B0-643D-AF91-3B4CB143D3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31541"/>
            <a:ext cx="10515600" cy="3739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8152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BED62A-3B76-648F-DE31-5C185C918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delete</a:t>
            </a:r>
          </a:p>
        </p:txBody>
      </p:sp>
      <p:pic>
        <p:nvPicPr>
          <p:cNvPr id="4" name="Espaço Reservado para Conteúdo 3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A8950E8A-8D9C-B6EF-30ED-93A8A9D07A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3771" y="1854575"/>
            <a:ext cx="6191250" cy="314325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9DF0054D-F948-D673-92BD-540D5F5A82E1}"/>
              </a:ext>
            </a:extLst>
          </p:cNvPr>
          <p:cNvSpPr txBox="1"/>
          <p:nvPr/>
        </p:nvSpPr>
        <p:spPr>
          <a:xfrm>
            <a:off x="7832854" y="1860289"/>
            <a:ext cx="3531219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dirty="0"/>
              <a:t>O campo "aluno" substitui pela </a:t>
            </a:r>
            <a:r>
              <a:rPr lang="pt-BR" dirty="0" err="1"/>
              <a:t>collection</a:t>
            </a:r>
            <a:r>
              <a:rPr lang="pt-BR" dirty="0"/>
              <a:t> que você quer apagar, dessa forma atual apaga tudo de uma vez,  mas você pode colocar parâmetros  </a:t>
            </a:r>
          </a:p>
        </p:txBody>
      </p:sp>
    </p:spTree>
    <p:extLst>
      <p:ext uri="{BB962C8B-B14F-4D97-AF65-F5344CB8AC3E}">
        <p14:creationId xmlns:p14="http://schemas.microsoft.com/office/powerpoint/2010/main" val="7715197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9910F0-D9AB-431F-79F8-9136B1EC3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aggregate</a:t>
            </a:r>
          </a:p>
        </p:txBody>
      </p:sp>
      <p:pic>
        <p:nvPicPr>
          <p:cNvPr id="7" name="Espaço Reservado para Conteúdo 6" descr="Texto&#10;&#10;O conteúdo gerado por IA pode estar incorreto.">
            <a:extLst>
              <a:ext uri="{FF2B5EF4-FFF2-40B4-BE49-F238E27FC236}">
                <a16:creationId xmlns:a16="http://schemas.microsoft.com/office/drawing/2014/main" id="{F1F43853-6AF0-9146-F0C8-D5EC3FDA29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07951" y="1696228"/>
            <a:ext cx="937609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1722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085AEE-CEF0-EB53-5221-20829971E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ea typeface="+mj-lt"/>
                <a:cs typeface="+mj-lt"/>
              </a:rPr>
              <a:t>Operadores comuns com o </a:t>
            </a:r>
            <a:r>
              <a:rPr lang="pt-BR" dirty="0" err="1">
                <a:ea typeface="+mj-lt"/>
                <a:cs typeface="+mj-lt"/>
              </a:rPr>
              <a:t>aggregate</a:t>
            </a:r>
            <a:endParaRPr lang="pt-BR" dirty="0" err="1"/>
          </a:p>
        </p:txBody>
      </p:sp>
      <p:graphicFrame>
        <p:nvGraphicFramePr>
          <p:cNvPr id="5" name="Espaço Reservado para Conteúdo 4">
            <a:extLst>
              <a:ext uri="{FF2B5EF4-FFF2-40B4-BE49-F238E27FC236}">
                <a16:creationId xmlns:a16="http://schemas.microsoft.com/office/drawing/2014/main" id="{9E735F9C-09B3-A08B-2425-A5EB81D003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01733026"/>
              </p:ext>
            </p:extLst>
          </p:nvPr>
        </p:nvGraphicFramePr>
        <p:xfrm>
          <a:off x="852577" y="2285701"/>
          <a:ext cx="10515600" cy="3373335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34204252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118102339"/>
                    </a:ext>
                  </a:extLst>
                </a:gridCol>
              </a:tblGrid>
              <a:tr h="4819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Operador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Função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642066"/>
                  </a:ext>
                </a:extLst>
              </a:tr>
              <a:tr h="4819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$match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Filtra documentos (como </a:t>
                      </a:r>
                      <a:r>
                        <a:rPr lang="pt-BR" err="1"/>
                        <a:t>find</a:t>
                      </a:r>
                      <a:r>
                        <a:rPr lang="pt-BR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6023813"/>
                  </a:ext>
                </a:extLst>
              </a:tr>
              <a:tr h="4819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$</a:t>
                      </a:r>
                      <a:r>
                        <a:rPr lang="pt-BR" err="1"/>
                        <a:t>lookup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Faz junção com outra coleção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3577387"/>
                  </a:ext>
                </a:extLst>
              </a:tr>
              <a:tr h="4819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$</a:t>
                      </a:r>
                      <a:r>
                        <a:rPr lang="pt-BR" err="1"/>
                        <a:t>project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Seleciona ou transforma campos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659004"/>
                  </a:ext>
                </a:extLst>
              </a:tr>
              <a:tr h="4819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$</a:t>
                      </a:r>
                      <a:r>
                        <a:rPr lang="pt-BR" err="1"/>
                        <a:t>group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Agrupa dados (como GROUP BY em SQL)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1220996"/>
                  </a:ext>
                </a:extLst>
              </a:tr>
              <a:tr h="4819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$</a:t>
                      </a:r>
                      <a:r>
                        <a:rPr lang="pt-BR" err="1"/>
                        <a:t>sort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Ordena os resultados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1788138"/>
                  </a:ext>
                </a:extLst>
              </a:tr>
              <a:tr h="4819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$</a:t>
                      </a:r>
                      <a:r>
                        <a:rPr lang="pt-BR" err="1"/>
                        <a:t>limit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Limita o número de documentos retornados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55366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513685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5f38ba5-5780-4856-95b0-304fb01dabd6" xsi:nil="true"/>
    <lcf76f155ced4ddcb4097134ff3c332f xmlns="681c4cbf-629c-408b-87be-72d0f170cf11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11A868CDCB673409FC2B6A10100EE96" ma:contentTypeVersion="11" ma:contentTypeDescription="Crie um novo documento." ma:contentTypeScope="" ma:versionID="6e146e2a5d5d9e80375e9c99047e7a92">
  <xsd:schema xmlns:xsd="http://www.w3.org/2001/XMLSchema" xmlns:xs="http://www.w3.org/2001/XMLSchema" xmlns:p="http://schemas.microsoft.com/office/2006/metadata/properties" xmlns:ns2="681c4cbf-629c-408b-87be-72d0f170cf11" xmlns:ns3="e5f38ba5-5780-4856-95b0-304fb01dabd6" targetNamespace="http://schemas.microsoft.com/office/2006/metadata/properties" ma:root="true" ma:fieldsID="0c75400605d1569f3160d59f8861f1cb" ns2:_="" ns3:_="">
    <xsd:import namespace="681c4cbf-629c-408b-87be-72d0f170cf11"/>
    <xsd:import namespace="e5f38ba5-5780-4856-95b0-304fb01dabd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1c4cbf-629c-408b-87be-72d0f170cf1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Marcações de imagem" ma:readOnly="false" ma:fieldId="{5cf76f15-5ced-4ddc-b409-7134ff3c332f}" ma:taxonomyMulti="true" ma:sspId="8bee0d7d-e0dd-4976-8ad4-cb0783d2a53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f38ba5-5780-4856-95b0-304fb01dabd6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bd6c8599-ed86-4080-949d-f8e552a770c8}" ma:internalName="TaxCatchAll" ma:showField="CatchAllData" ma:web="e5f38ba5-5780-4856-95b0-304fb01dabd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C72F341-F922-4D8C-B009-C4DD9889CCE1}">
  <ds:schemaRefs>
    <ds:schemaRef ds:uri="681c4cbf-629c-408b-87be-72d0f170cf11"/>
    <ds:schemaRef ds:uri="e5f38ba5-5780-4856-95b0-304fb01dabd6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AC8A1B05-90BD-4166-8C47-3E4CB3208E0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AC4A8B1-A014-471C-BA83-97B4A37A289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81c4cbf-629c-408b-87be-72d0f170cf11"/>
    <ds:schemaRef ds:uri="e5f38ba5-5780-4856-95b0-304fb01dabd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18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19" baseType="lpstr">
      <vt:lpstr>Tema do Office</vt:lpstr>
      <vt:lpstr>Mongo DB </vt:lpstr>
      <vt:lpstr>Conceitos de Chave</vt:lpstr>
      <vt:lpstr>Apresentação do PowerPoint</vt:lpstr>
      <vt:lpstr>INSERT</vt:lpstr>
      <vt:lpstr>Múltiplos INSERT</vt:lpstr>
      <vt:lpstr>SELECT</vt:lpstr>
      <vt:lpstr>SELECT (WHERE)</vt:lpstr>
      <vt:lpstr>Apresentação do PowerPoint</vt:lpstr>
      <vt:lpstr>Ocultando campos de retorno</vt:lpstr>
      <vt:lpstr>Organizar o retorno</vt:lpstr>
      <vt:lpstr>Update somente 1 documents</vt:lpstr>
      <vt:lpstr>Update de varios documents ao mesmo tempo</vt:lpstr>
      <vt:lpstr>Procurar pelo ID</vt:lpstr>
      <vt:lpstr>APAGAR UM CAMPO</vt:lpstr>
      <vt:lpstr>Atualizar o field de um documents</vt:lpstr>
      <vt:lpstr>delete</vt:lpstr>
      <vt:lpstr>aggregate</vt:lpstr>
      <vt:lpstr>Operadores comuns com o aggregate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Paulo Henrique Dos Santos</dc:creator>
  <cp:revision>37</cp:revision>
  <dcterms:created xsi:type="dcterms:W3CDTF">2025-10-13T18:25:09Z</dcterms:created>
  <dcterms:modified xsi:type="dcterms:W3CDTF">2025-10-27T19:53:28Z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0x010100E11A868CDCB673409FC2B6A10100EE96</vt:lpwstr>
  </property>
  <property fmtid="{D5CDD505-2E9C-101B-9397-08002B2CF9AE}" pid="3" name="MediaServiceImageTags">
    <vt:lpwstr/>
  </property>
</Properties>
</file>